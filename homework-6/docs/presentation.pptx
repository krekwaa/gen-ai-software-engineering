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08aa67a29247e6" /><Relationship Type="http://schemas.openxmlformats.org/officeDocument/2006/relationships/extended-properties" Target="/docProps/app.xml" Id="R04541fac9a434735" /><Relationship Type="http://schemas.openxmlformats.org/officeDocument/2006/relationships/officeDocument" Target="/ppt/presentation.xml" Id="R0ee3608142d14c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a06c8b9d634197"/>
  </p:sldMasterIdLst>
  <p:notesMasterIdLst>
    <p:notesMasterId xmlns:r="http://schemas.openxmlformats.org/officeDocument/2006/relationships" r:id="R91cd76343754483d"/>
  </p:notesMasterIdLst>
  <p:sldIdLst>
    <p:sldId xmlns:r="http://schemas.openxmlformats.org/officeDocument/2006/relationships" id="256" r:id="Raa78d15789b940e0"/>
    <p:sldId xmlns:r="http://schemas.openxmlformats.org/officeDocument/2006/relationships" id="257" r:id="R13b47d9cad6a42cd"/>
    <p:sldId xmlns:r="http://schemas.openxmlformats.org/officeDocument/2006/relationships" id="258" r:id="R381d90ec6f2f4449"/>
    <p:sldId xmlns:r="http://schemas.openxmlformats.org/officeDocument/2006/relationships" id="259" r:id="Rb4cffd49d07340ce"/>
    <p:sldId xmlns:r="http://schemas.openxmlformats.org/officeDocument/2006/relationships" id="260" r:id="R401bcce76ee94cca"/>
    <p:sldId xmlns:r="http://schemas.openxmlformats.org/officeDocument/2006/relationships" id="261" r:id="R33dea0a87cbe40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106b93d6674e42" /><Relationship Type="http://schemas.openxmlformats.org/officeDocument/2006/relationships/slideMaster" Target="/ppt/slideMasters/slideMaster1.xml" Id="R63a06c8b9d634197" /><Relationship Type="http://schemas.openxmlformats.org/officeDocument/2006/relationships/notesMaster" Target="/ppt/notesMasters/notesMaster1.xml" Id="R91cd76343754483d" /><Relationship Type="http://schemas.openxmlformats.org/officeDocument/2006/relationships/presProps" Target="/ppt/presProps.xml" Id="Ra9b4c3d2e814483c" /><Relationship Type="http://schemas.openxmlformats.org/officeDocument/2006/relationships/tableStyles" Target="/ppt/tableStyles.xml" Id="Rd0f2085d19a74f06" /><Relationship Type="http://schemas.openxmlformats.org/officeDocument/2006/relationships/slide" Target="/ppt/slides/slide1.xml" Id="Raa78d15789b940e0" /><Relationship Type="http://schemas.openxmlformats.org/officeDocument/2006/relationships/slide" Target="/ppt/slides/slide2.xml" Id="R13b47d9cad6a42cd" /><Relationship Type="http://schemas.openxmlformats.org/officeDocument/2006/relationships/slide" Target="/ppt/slides/slide3.xml" Id="R381d90ec6f2f4449" /><Relationship Type="http://schemas.openxmlformats.org/officeDocument/2006/relationships/slide" Target="/ppt/slides/slide4.xml" Id="Rb4cffd49d07340ce" /><Relationship Type="http://schemas.openxmlformats.org/officeDocument/2006/relationships/slide" Target="/ppt/slides/slide5.xml" Id="R401bcce76ee94cca" /><Relationship Type="http://schemas.openxmlformats.org/officeDocument/2006/relationships/slide" Target="/ppt/slides/slide6.xml" Id="R33dea0a87cbe40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55b7b080f340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a68f7eaabd4965" /><Relationship Type="http://schemas.openxmlformats.org/officeDocument/2006/relationships/notesMaster" Target="/ppt/notesMasters/notesMaster1.xml" Id="R5cd0d87dbdb54c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dad5ee13594b38" /><Relationship Type="http://schemas.openxmlformats.org/officeDocument/2006/relationships/notesMaster" Target="/ppt/notesMasters/notesMaster1.xml" Id="R9116c503a5ba44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dc810530fe4584" /><Relationship Type="http://schemas.openxmlformats.org/officeDocument/2006/relationships/notesMaster" Target="/ppt/notesMasters/notesMaster1.xml" Id="Rf2b707f1ac934d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f2c391a8e349ef" /><Relationship Type="http://schemas.openxmlformats.org/officeDocument/2006/relationships/notesMaster" Target="/ppt/notesMasters/notesMaster1.xml" Id="Rcec0cbdff6e84f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526b3c44da41b8" /><Relationship Type="http://schemas.openxmlformats.org/officeDocument/2006/relationships/notesMaster" Target="/ppt/notesMasters/notesMaster1.xml" Id="Rcefca77a280049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c547c74fc94c2d" /><Relationship Type="http://schemas.openxmlformats.org/officeDocument/2006/relationships/notesMaster" Target="/ppt/notesMasters/notesMaster1.xml" Id="R221236ccb52c4e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4bd615ce942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235d606ae74c4a" /><Relationship Type="http://schemas.openxmlformats.org/officeDocument/2006/relationships/slideLayout" Target="/ppt/slideLayouts/slideLayout1.xml" Id="R2fe1d452c28542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e1d452c28542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4cc5c341843b8" /><Relationship Type="http://schemas.openxmlformats.org/officeDocument/2006/relationships/notesSlide" Target="/ppt/notesSlides/notesSlide1.xml" Id="R361e99d070e941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8c0acb11b4b21" /><Relationship Type="http://schemas.openxmlformats.org/officeDocument/2006/relationships/notesSlide" Target="/ppt/notesSlides/notesSlide2.xml" Id="Re3f8c4638f4040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e1163362144253" /><Relationship Type="http://schemas.openxmlformats.org/officeDocument/2006/relationships/notesSlide" Target="/ppt/notesSlides/notesSlide3.xml" Id="R652548d826474f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945df31cd4ff5" /><Relationship Type="http://schemas.openxmlformats.org/officeDocument/2006/relationships/notesSlide" Target="/ppt/notesSlides/notesSlide4.xml" Id="Rb57a5d6c2e6344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fccaa10c44fbc" /><Relationship Type="http://schemas.openxmlformats.org/officeDocument/2006/relationships/notesSlide" Target="/ppt/notesSlides/notesSlide5.xml" Id="Rb6f9e781e74e45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7fec4aae74c02" /><Relationship Type="http://schemas.openxmlformats.org/officeDocument/2006/relationships/notesSlide" Target="/ppt/notesSlides/notesSlide6.xml" Id="R002bb543820a4f9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BC12530-055F-4B23-A366-6BAC278A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Transaction processing, made inspectable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0F3B8819-A9CD-42C5-99D8-B03AC83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· Fraud scoring · Settlement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Vladyslav Shmygelskyy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August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FEC9111A-EC8C-4A13-8091-6928ED60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 CAPSTONE</a:t>
            </a:r>
          </a:p>
        </p:txBody>
      </p:sp>
    </p:spTree>
    <p:extLst>
      <p:ext uri="{BB962C8B-B14F-4D97-AF65-F5344CB8AC3E}">
        <p14:creationId xmlns:p14="http://schemas.microsoft.com/office/powerpoint/2010/main" val="12887141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7265113-BE9D-4769-A784-98D8B01D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6E3C5DE-0804-4D6C-8DE8-3D060B9C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stages turn raw records into explicit decisions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7C2EF0C-53AB-4F1A-A272-9CD36517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1E78630-9F07-416D-AF3B-60071150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05C6759-DA65-4D59-AF0D-59AA31BF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7AA33247-7A12-4429-ADB3-DA83C052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2C87A259-9A4F-4753-9732-85B66128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01  Validate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Required fields, Decimal amounts, supported ISO 4217 codes, and timezone-aware timestamps.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BE336835-FFD2-4194-A18B-8BD07159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6DA6DC4E-EA77-4066-837C-B5339A6F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02  Score risk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value, unusual UTC hours, and cross-border USD indicators produce a transparent 0–100 score.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EE598164-5BCA-46FB-8434-45CB17E3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8D8FD13A-18B2-4D39-B738-462168D3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03  Settle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Rejected records stop; high risk is held; all other validated records settle deterministically.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E5D15277-7654-4644-80BB-C260235F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8E4B175D-B87D-44AA-839B-D73A382C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CB0B7996-F7C7-4AA7-A128-D8E6A5A7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5546678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0BD846B-8012-4D89-8406-C4DCB0D3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0B0B1E27-0D34-4B00-A9AB-1245B3C5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37D6ECD-FC56-4E52-922B-755EE470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1E5A0314-7C2E-489D-B8A0-4B67B28E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D0093A53-4E17-4F31-9C56-5BBD7863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sample transaction reaches a final outcome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2985309-4B82-4AF5-B23E-95390B44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settled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673F58C-9D0A-458B-ACBF-FAEA230B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rejected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39E40180-4901-4092-94FF-458B2305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held for review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DD811E89-F16E-4D13-8C37-8B750077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626CD462-6FA1-4009-B75A-CDDB81BF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B2AD1AA-62FA-40D4-9276-D2BB8F38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F22ECC5C-15D8-4211-A8FD-A6D96F14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Verified pipeline run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eight inputs produced privacy-safe JSON results and a summary consumed by the dashboard and MCP server.</a:t>
            </a:r>
          </a:p>
        </p:txBody>
      </p:sp>
    </p:spTree>
    <p:extLst>
      <p:ext uri="{BB962C8B-B14F-4D97-AF65-F5344CB8AC3E}">
        <p14:creationId xmlns:p14="http://schemas.microsoft.com/office/powerpoint/2010/main" val="20665814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92BAFCF-367A-490D-B22C-08043C85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645F7ACE-5D2E-4FE0-B5D1-111A7A27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file protocol makes each transition observable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039EAC3-6FA1-42F1-8C30-F1103E5E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D97BA66-BBD4-48CA-8AB6-5C6579F5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7BEB178-F709-48B3-9AE0-6A6868CF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5534691C-DF2F-4857-BBD1-325C9434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CEF9695C-4771-429E-A6BF-02348A9C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Standard envelopes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UUID message ID, UTC timestamp, source, target, type, and transaction data accompany each transition.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5EFC1ACE-F3B9-41AE-89B1-55F03617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92CD7D11-2831-4F12-B9F4-5F786372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Privacy boundary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 results omit descriptions and replace plaintext accounts with derived references. Audit logs use allowlisted fields.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437920CE-F343-4B86-8B71-5D093B12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E26CCE20-525F-4828-8D97-4A88DE03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query surfaces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FastAPI dashboard serves people; FastMCP tools and pipeline://summary serve AI clients.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81E8E728-40DE-4BEC-8D94-C460B750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PROTECT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30837F0B-CFD7-4D7C-9B89-04CB54D8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48F419C3-C841-4E39-9C5E-67054D0D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</p:spTree>
    <p:extLst>
      <p:ext uri="{BB962C8B-B14F-4D97-AF65-F5344CB8AC3E}">
        <p14:creationId xmlns:p14="http://schemas.microsoft.com/office/powerpoint/2010/main" val="10836292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D8753EA4-69BB-43E9-911E-2019383B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F709C67-247F-4521-970B-2868BCD1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904E3244-8D3A-4A0A-887E-6BFACDDE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8357F70-261C-4519-855A-0880EE5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61DBD21-5416-4695-BEFD-1D46D224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Automation turns quality goals into a release gate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F89E947-8C39-4FDC-B282-EA2C02CD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tests passed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819A06A-9B78-49AF-A9D0-4F4A7181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minimum push gate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6D04B359-EFDF-443C-A875-312E7FEE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statement coverage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DBBF9F0E-E1CC-413A-B826-808E2565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D63A2FE2-2938-4F01-8E5B-8C000E42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97.84%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DB3870D1-2CAB-4279-AFFF-8A0363E9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80%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9FB670DE-A49E-4378-A0E6-8310D6B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Evidence, not assertion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 and integration tests run in isolated temporary directories. The Git pre-push hook invokes the same enforced pytest coverage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2327713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9E6F598-EE42-4777-B810-17622B00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Clear contracts make agentic work verifiable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61365553-C466-45F3-A41B-A5CF21A1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Specify decisions before generating code.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Keep domain logic separate from interfaces.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Automate the evidence reviewers need.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892EB24-571F-42BE-8EDB-D09E1D2F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LESSONS LEARNED</a:t>
            </a:r>
          </a:p>
        </p:txBody>
      </p:sp>
    </p:spTree>
    <p:extLst>
      <p:ext uri="{BB962C8B-B14F-4D97-AF65-F5344CB8AC3E}">
        <p14:creationId xmlns:p14="http://schemas.microsoft.com/office/powerpoint/2010/main" val="1234988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2026-08-11T10:52:40.7410000Z</dcterms:created>
  <dcterms:modified xsi:type="dcterms:W3CDTF">2026-08-11T10:52:40.7410000Z</dcterms:modified>
</coreProperties>
</file>